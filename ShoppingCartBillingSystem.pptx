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114800" cy="4114800"/>
          </a:xfrm>
          <a:prstGeom prst="ellipse">
            <a:avLst/>
          </a:prstGeom>
          <a:solidFill>
            <a:srgbClr val="2E1B19"/>
          </a:solidFill>
          <a:ln w="12700">
            <a:solidFill>
              <a:srgbClr val="2E1B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2E1B19"/>
          </a:solidFill>
          <a:ln w="12700">
            <a:solidFill>
              <a:srgbClr val="2E1B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85800"/>
            <a:ext cx="2286000" cy="347472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CASE STUDY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System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457200" y="2761488"/>
            <a:ext cx="3657600" cy="45720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28803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 Mhatre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3246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150096725214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3611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&amp; Engineering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3977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Skills University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548640"/>
            <a:ext cx="1737360" cy="1737360"/>
          </a:xfrm>
          <a:prstGeom prst="ellipse">
            <a:avLst/>
          </a:prstGeom>
          <a:solidFill>
            <a:srgbClr val="C08552">
              <a:alpha val="75000"/>
            </a:srgbClr>
          </a:solidFill>
          <a:ln w="12700">
            <a:solidFill>
              <a:srgbClr val="C08552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448" y="795528"/>
            <a:ext cx="1234440" cy="12344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64592" y="4828032"/>
            <a:ext cx="8979408" cy="310896"/>
          </a:xfrm>
          <a:prstGeom prst="rect">
            <a:avLst/>
          </a:prstGeom>
          <a:solidFill>
            <a:srgbClr val="2E1B19"/>
          </a:solidFill>
          <a:ln w="12700">
            <a:solidFill>
              <a:srgbClr val="2E1B1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4592" y="4828032"/>
            <a:ext cx="8979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7315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6012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9601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B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Shopping Cart Billing System?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157276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Shopping Cart Billing System is a software application that automates the entire retail checkout process — from recording items and quantities to computing taxes and printing a formatted invoice — eliminating slow, error-prone manual methods.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450592"/>
            <a:ext cx="4206240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E8B8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450592"/>
            <a:ext cx="4206240" cy="420624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53288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4688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Retail Systems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2962656"/>
            <a:ext cx="37947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supermarkets, e-commerce stores, and restaurants to handle product selection, quantity management, and real-time price calculation.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800600" y="2450592"/>
            <a:ext cx="4206240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E8B8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00600" y="2450592"/>
            <a:ext cx="4206240" cy="420624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53288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24688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983480" y="2962656"/>
            <a:ext cx="37947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human error, speeds up billing, ensures consistent GST application, and delivers a professional receipt to every customer.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Billing System  •  B.Tech CSE  •  ITM Skills University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7315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20624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B8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91440" cy="1170432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106424"/>
            <a:ext cx="34015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apply core C++ programming fundamentals: variables, data types, and operators.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00600" y="960120"/>
            <a:ext cx="420624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B8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960120"/>
            <a:ext cx="91440" cy="1170432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3258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58968" y="1106424"/>
            <a:ext cx="34015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for-loops and conditional statements for dynamic item entry and repetitive billing.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5760" y="2258568"/>
            <a:ext cx="420624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B8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258568"/>
            <a:ext cx="91440" cy="1170432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2432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2404872"/>
            <a:ext cx="34015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accurate arithmetic: subtotal computation, 18% GST application, and final bill.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800600" y="2258568"/>
            <a:ext cx="420624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B8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00600" y="2258568"/>
            <a:ext cx="91440" cy="1170432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6243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58968" y="2404872"/>
            <a:ext cx="34015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formatted console invoice using setw() and iomanip for aligned columns.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365760" y="3557016"/>
            <a:ext cx="420624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B8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65760" y="3557016"/>
            <a:ext cx="91440" cy="1170432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922776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24128" y="3703320"/>
            <a:ext cx="34015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and store multiple product entries using loops and user input via cin.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800600" y="3557016"/>
            <a:ext cx="420624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B8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800600" y="3557016"/>
            <a:ext cx="91440" cy="1170432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922776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58968" y="3703320"/>
            <a:ext cx="34015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real-world problem-solving skills through a practical C++ mini-project.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Billing System  •  B.Tech CSE  •  ITM Skills University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7315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3703320"/>
          </a:xfrm>
          <a:prstGeom prst="rect">
            <a:avLst/>
          </a:prstGeom>
          <a:solidFill>
            <a:srgbClr val="FFF0ED"/>
          </a:solidFill>
          <a:ln w="19050">
            <a:solidFill>
              <a:srgbClr val="D06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3931920" cy="438912"/>
          </a:xfrm>
          <a:prstGeom prst="rect">
            <a:avLst/>
          </a:prstGeom>
          <a:solidFill>
            <a:srgbClr val="8B2E2E"/>
          </a:solidFill>
          <a:ln w="12700">
            <a:solidFill>
              <a:srgbClr val="8B2E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2412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9784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Billing Problems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15087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calculations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arithmetic error rate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tax computation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invoice format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multiple items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customer experience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960120"/>
            <a:ext cx="3931920" cy="3703320"/>
          </a:xfrm>
          <a:prstGeom prst="rect">
            <a:avLst/>
          </a:prstGeom>
          <a:solidFill>
            <a:srgbClr val="F5F0E8"/>
          </a:solidFill>
          <a:ln w="19050">
            <a:solidFill>
              <a:srgbClr val="8C5A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960120"/>
            <a:ext cx="3931920" cy="438912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0241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7528" y="9784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Automated Solution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983480" y="15087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accurate total computation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Zero-error GST calculation (18%)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formatted invoices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 items with for-loop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scalable C++ code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itemized receipts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224528" y="2514600"/>
            <a:ext cx="694944" cy="694944"/>
          </a:xfrm>
          <a:prstGeom prst="ellipse">
            <a:avLst/>
          </a:prstGeom>
          <a:solidFill>
            <a:srgbClr val="C08552"/>
          </a:solidFill>
          <a:ln w="12700">
            <a:solidFill>
              <a:srgbClr val="8C5A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24528" y="25146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Billing System  •  B.Tech CSE  •  ITM Skills University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7315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680960" y="914400"/>
            <a:ext cx="1097280" cy="1097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960120"/>
            <a:ext cx="3950208" cy="3712464"/>
          </a:xfrm>
          <a:prstGeom prst="rect">
            <a:avLst/>
          </a:prstGeom>
          <a:solidFill>
            <a:srgbClr val="FFFFFF"/>
          </a:solidFill>
          <a:ln w="19050">
            <a:solidFill>
              <a:srgbClr val="E8B8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960120"/>
            <a:ext cx="3950208" cy="438912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9784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Hardware Requirements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" y="1490472"/>
            <a:ext cx="3950208" cy="507492"/>
          </a:xfrm>
          <a:prstGeom prst="rect">
            <a:avLst/>
          </a:prstGeom>
          <a:solidFill>
            <a:srgbClr val="FFF1E4"/>
          </a:solidFill>
          <a:ln w="12700">
            <a:solidFill>
              <a:srgbClr val="FFF1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5727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64208" y="15727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 or equiv. (1 GHz+)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20802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64208" y="20802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 GB (4 GB recommended)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505456"/>
            <a:ext cx="3950208" cy="507492"/>
          </a:xfrm>
          <a:prstGeom prst="rect">
            <a:avLst/>
          </a:prstGeom>
          <a:solidFill>
            <a:srgbClr val="FFF1E4"/>
          </a:solidFill>
          <a:ln w="12700">
            <a:solidFill>
              <a:srgbClr val="FFF1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5877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664208" y="25877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500 MB free disk space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309524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664208" y="309524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monitor (1024×768 or higher)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3520440"/>
            <a:ext cx="3950208" cy="507492"/>
          </a:xfrm>
          <a:prstGeom prst="rect">
            <a:avLst/>
          </a:prstGeom>
          <a:solidFill>
            <a:srgbClr val="FFF1E4"/>
          </a:solidFill>
          <a:ln w="12700">
            <a:solidFill>
              <a:srgbClr val="FFF1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60273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664208" y="360273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keyboard and mouse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" y="41102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664208" y="41102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7/10/11 or Linux/macOS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28032" y="960120"/>
            <a:ext cx="3950208" cy="3712464"/>
          </a:xfrm>
          <a:prstGeom prst="rect">
            <a:avLst/>
          </a:prstGeom>
          <a:solidFill>
            <a:srgbClr val="FFFFFF"/>
          </a:solidFill>
          <a:ln w="19050">
            <a:solidFill>
              <a:srgbClr val="E8B8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28032" y="960120"/>
            <a:ext cx="3950208" cy="438912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65192" y="9784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Software Requirements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828032" y="1490472"/>
            <a:ext cx="3950208" cy="507492"/>
          </a:xfrm>
          <a:prstGeom prst="rect">
            <a:avLst/>
          </a:prstGeom>
          <a:solidFill>
            <a:srgbClr val="FFF1E4"/>
          </a:solidFill>
          <a:ln w="12700">
            <a:solidFill>
              <a:srgbClr val="FFF1E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15727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126480" y="15727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(ISO C++11 or later)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965192" y="20802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Compiler: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126480" y="20802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/ G++ (MinGW on Windows)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828032" y="2505456"/>
            <a:ext cx="3950208" cy="507492"/>
          </a:xfrm>
          <a:prstGeom prst="rect">
            <a:avLst/>
          </a:prstGeom>
          <a:solidFill>
            <a:srgbClr val="FFF1E4"/>
          </a:solidFill>
          <a:ln w="12700">
            <a:solidFill>
              <a:srgbClr val="FFF1E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65192" y="25877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126480" y="25877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Dev-C++, Code::Blocks, or VS Code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965192" y="309524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26480" y="309524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iostream, iomanip, string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828032" y="3520440"/>
            <a:ext cx="3950208" cy="507492"/>
          </a:xfrm>
          <a:prstGeom prst="rect">
            <a:avLst/>
          </a:prstGeom>
          <a:solidFill>
            <a:srgbClr val="FFF1E4"/>
          </a:solidFill>
          <a:ln w="12700">
            <a:solidFill>
              <a:srgbClr val="FFF1E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65192" y="360273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126480" y="360273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/ CMake (optional)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965192" y="41102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Terminal: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126480" y="41102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Prompt or Bash shell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Billing System  •  B.Tech CSE  •  ITM Skills University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7315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Source Code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3822192"/>
          </a:xfrm>
          <a:prstGeom prst="rect">
            <a:avLst/>
          </a:prstGeom>
          <a:solidFill>
            <a:srgbClr val="1C1008"/>
          </a:solidFill>
          <a:ln w="25400">
            <a:solidFill>
              <a:srgbClr val="5A3A1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8503920" cy="329184"/>
          </a:xfrm>
          <a:prstGeom prst="rect">
            <a:avLst/>
          </a:prstGeom>
          <a:solidFill>
            <a:srgbClr val="2E1C0A"/>
          </a:solidFill>
          <a:ln w="12700">
            <a:solidFill>
              <a:srgbClr val="5A3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05840"/>
            <a:ext cx="128016" cy="128016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005840"/>
            <a:ext cx="128016" cy="128016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005840"/>
            <a:ext cx="128016" cy="12801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932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shopping_cart.cpp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4160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9CD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9CD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&lt;iomanip&gt;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D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C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D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n, quantity;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D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item;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D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price, total=0, subtotal;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cout&lt;&lt;"=====BILLING SYSTEM=====";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cout&lt;&lt;"Enter number of items: ";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cin &gt;&gt; n;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cout&lt;&lt;left&lt;&lt;setw(15)&lt;&lt;"Item"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&lt;&lt;setw(10)&lt;&lt;"Price"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&lt;&lt;setw(10)&lt;&lt;"Qty"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&lt;&lt;setw(10)&lt;&lt;"Total"&lt;&lt;endl;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572000" y="1298448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F5C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for(int i=1; i&lt;=n; i++)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cout&lt;&lt;"Enter Item "&lt;&lt;i&lt;&lt;": ";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item;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cout&lt;&lt;"Enter Price: ";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price;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cout&lt;&lt;"Enter Quantity: ";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quantity;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D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subtotal = price * quantity;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D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subtotal;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C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D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gst = total * 0.18;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D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finalBill = total + gst;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cout&lt;&lt;"GST: "&lt;&lt;gst&lt;&lt;endl;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C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cout&lt;&lt;"FINAL BILL: "&lt;&lt;finalBill;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544568" y="1024128"/>
            <a:ext cx="0" cy="3611880"/>
          </a:xfrm>
          <a:prstGeom prst="line">
            <a:avLst/>
          </a:prstGeom>
          <a:noFill/>
          <a:ln w="12700">
            <a:solidFill>
              <a:srgbClr val="5A3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Billing System  •  B.Tech CSE  •  ITM Skills University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7315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3794760"/>
          </a:xfrm>
          <a:prstGeom prst="rect">
            <a:avLst/>
          </a:prstGeom>
          <a:solidFill>
            <a:srgbClr val="1C1008"/>
          </a:solidFill>
          <a:ln w="25400">
            <a:solidFill>
              <a:srgbClr val="5A3A1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solidFill>
            <a:srgbClr val="2E1C0A"/>
          </a:solidFill>
          <a:ln w="12700">
            <a:solidFill>
              <a:srgbClr val="5A3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005840"/>
            <a:ext cx="128016" cy="128016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1005840"/>
            <a:ext cx="128016" cy="128016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856" y="1005840"/>
            <a:ext cx="128016" cy="12801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932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— Shopping Cart Billing System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280160"/>
            <a:ext cx="79552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085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SHOPPING CART BILLING SYSTEM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085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number of items: 3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A4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A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          Price     Qty       Total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A4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Item 1 Name: Rice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Price: 50    Enter Quantity: 1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5D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Rice           50        1         50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5D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Wheat          70        2         140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5D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Sugar          40        1         40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A4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Subtotal: 230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5C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GST (18%): 41.4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A4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E8B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BILL: 271.4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085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Billing System  •  B.Tech CSE  •  ITM Skills University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7315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1234440" cy="1417320"/>
          </a:xfrm>
          <a:prstGeom prst="rect">
            <a:avLst/>
          </a:prstGeom>
          <a:solidFill>
            <a:srgbClr val="4A7C59"/>
          </a:solidFill>
          <a:ln w="12700">
            <a:solidFill>
              <a:srgbClr val="C085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0972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51790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" y="2523744"/>
            <a:ext cx="1234440" cy="713232"/>
          </a:xfrm>
          <a:prstGeom prst="rect">
            <a:avLst/>
          </a:prstGeom>
          <a:solidFill>
            <a:srgbClr val="FFF1E4"/>
          </a:solidFill>
          <a:ln w="12700">
            <a:solidFill>
              <a:srgbClr val="E8B8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2542032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600200" y="1700784"/>
            <a:ext cx="146304" cy="0"/>
          </a:xfrm>
          <a:prstGeom prst="line">
            <a:avLst/>
          </a:prstGeom>
          <a:noFill/>
          <a:ln w="25400">
            <a:solidFill>
              <a:srgbClr val="C0855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73352" y="1636776"/>
            <a:ext cx="73152" cy="128016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64792" y="987552"/>
            <a:ext cx="1234440" cy="1417320"/>
          </a:xfrm>
          <a:prstGeom prst="rect">
            <a:avLst/>
          </a:prstGeom>
          <a:solidFill>
            <a:srgbClr val="4B2E2B"/>
          </a:solidFill>
          <a:ln w="12700">
            <a:solidFill>
              <a:srgbClr val="C085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988" y="109728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64792" y="151790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Items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1764792" y="2523744"/>
            <a:ext cx="1234440" cy="713232"/>
          </a:xfrm>
          <a:prstGeom prst="rect">
            <a:avLst/>
          </a:prstGeom>
          <a:solidFill>
            <a:srgbClr val="FFF1E4"/>
          </a:solidFill>
          <a:ln w="12700">
            <a:solidFill>
              <a:srgbClr val="E8B88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764792" y="2542032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cin: name,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qty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017520" y="1700784"/>
            <a:ext cx="146304" cy="0"/>
          </a:xfrm>
          <a:prstGeom prst="line">
            <a:avLst/>
          </a:prstGeom>
          <a:noFill/>
          <a:ln w="25400">
            <a:solidFill>
              <a:srgbClr val="C0855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090672" y="1636776"/>
            <a:ext cx="73152" cy="128016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182112" y="987552"/>
            <a:ext cx="1234440" cy="1417320"/>
          </a:xfrm>
          <a:prstGeom prst="rect">
            <a:avLst/>
          </a:prstGeom>
          <a:solidFill>
            <a:srgbClr val="4B2E2B"/>
          </a:solidFill>
          <a:ln w="12700">
            <a:solidFill>
              <a:srgbClr val="C085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08" y="1097280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182112" y="151790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182112" y="2523744"/>
            <a:ext cx="1234440" cy="713232"/>
          </a:xfrm>
          <a:prstGeom prst="rect">
            <a:avLst/>
          </a:prstGeom>
          <a:solidFill>
            <a:srgbClr val="FFF1E4"/>
          </a:solidFill>
          <a:ln w="12700">
            <a:solidFill>
              <a:srgbClr val="E8B88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182112" y="2542032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=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× qty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434840" y="1700784"/>
            <a:ext cx="146304" cy="0"/>
          </a:xfrm>
          <a:prstGeom prst="line">
            <a:avLst/>
          </a:prstGeom>
          <a:noFill/>
          <a:ln w="25400">
            <a:solidFill>
              <a:srgbClr val="C0855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07992" y="1636776"/>
            <a:ext cx="73152" cy="128016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599432" y="987552"/>
            <a:ext cx="1234440" cy="1417320"/>
          </a:xfrm>
          <a:prstGeom prst="rect">
            <a:avLst/>
          </a:prstGeom>
          <a:solidFill>
            <a:srgbClr val="4B2E2B"/>
          </a:solidFill>
          <a:ln w="12700">
            <a:solidFill>
              <a:srgbClr val="C085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8" y="1097280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599432" y="151790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GST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599432" y="2523744"/>
            <a:ext cx="1234440" cy="713232"/>
          </a:xfrm>
          <a:prstGeom prst="rect">
            <a:avLst/>
          </a:prstGeom>
          <a:solidFill>
            <a:srgbClr val="FFF1E4"/>
          </a:solidFill>
          <a:ln w="12700">
            <a:solidFill>
              <a:srgbClr val="E8B88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599432" y="2542032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=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× 0.18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852160" y="1700784"/>
            <a:ext cx="146304" cy="0"/>
          </a:xfrm>
          <a:prstGeom prst="line">
            <a:avLst/>
          </a:prstGeom>
          <a:noFill/>
          <a:ln w="25400">
            <a:solidFill>
              <a:srgbClr val="C08552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925312" y="1636776"/>
            <a:ext cx="73152" cy="128016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016752" y="987552"/>
            <a:ext cx="1234440" cy="1417320"/>
          </a:xfrm>
          <a:prstGeom prst="rect">
            <a:avLst/>
          </a:prstGeom>
          <a:solidFill>
            <a:srgbClr val="4B2E2B"/>
          </a:solidFill>
          <a:ln w="12700">
            <a:solidFill>
              <a:srgbClr val="C085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948" y="1097280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016752" y="151790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6016752" y="2523744"/>
            <a:ext cx="1234440" cy="713232"/>
          </a:xfrm>
          <a:prstGeom prst="rect">
            <a:avLst/>
          </a:prstGeom>
          <a:solidFill>
            <a:srgbClr val="FFF1E4"/>
          </a:solidFill>
          <a:ln w="12700">
            <a:solidFill>
              <a:srgbClr val="E8B88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016752" y="2542032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setw/iomanip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7269480" y="1700784"/>
            <a:ext cx="146304" cy="0"/>
          </a:xfrm>
          <a:prstGeom prst="line">
            <a:avLst/>
          </a:prstGeom>
          <a:noFill/>
          <a:ln w="25400">
            <a:solidFill>
              <a:srgbClr val="C08552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342632" y="1636776"/>
            <a:ext cx="73152" cy="128016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7434072" y="987552"/>
            <a:ext cx="1234440" cy="1417320"/>
          </a:xfrm>
          <a:prstGeom prst="rect">
            <a:avLst/>
          </a:prstGeom>
          <a:solidFill>
            <a:srgbClr val="8B2E2E"/>
          </a:solidFill>
          <a:ln w="12700">
            <a:solidFill>
              <a:srgbClr val="C085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9268" y="1097280"/>
            <a:ext cx="384048" cy="38404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434072" y="151790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7434072" y="2523744"/>
            <a:ext cx="1234440" cy="713232"/>
          </a:xfrm>
          <a:prstGeom prst="rect">
            <a:avLst/>
          </a:prstGeom>
          <a:solidFill>
            <a:srgbClr val="FFF1E4"/>
          </a:solidFill>
          <a:ln w="12700">
            <a:solidFill>
              <a:srgbClr val="E8B88A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434072" y="2542032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bill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C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return 0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365760" y="3364992"/>
            <a:ext cx="841248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8B8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365760" y="3364992"/>
            <a:ext cx="91440" cy="1298448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594360" y="34198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594360" y="3730752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asks how many items to bill. A for-loop (i = 1 to n) collects each item's name, price, and quantity, computes subtotal = price × quantity, and adds it to the running total. After the loop, GST (18%) is calculated and added to produce the final bill, which is displayed with a formatted header.</a:t>
            </a:r>
            <a:endParaRPr lang="en-US" sz="1150" dirty="0"/>
          </a:p>
        </p:txBody>
      </p:sp>
      <p:sp>
        <p:nvSpPr>
          <p:cNvPr id="50" name="Shape 4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4B2E2B"/>
          </a:solidFill>
          <a:ln w="12700">
            <a:solidFill>
              <a:srgbClr val="4B2E2B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Billing System  •  B.Tech CSE  •  ITM Skills University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B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3200400" cy="3200400"/>
          </a:xfrm>
          <a:prstGeom prst="ellipse">
            <a:avLst/>
          </a:prstGeom>
          <a:solidFill>
            <a:srgbClr val="2E1B19"/>
          </a:solidFill>
          <a:ln w="12700">
            <a:solidFill>
              <a:srgbClr val="2E1B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743200" cy="2743200"/>
          </a:xfrm>
          <a:prstGeom prst="ellipse">
            <a:avLst/>
          </a:prstGeom>
          <a:solidFill>
            <a:srgbClr val="2E1B19"/>
          </a:solidFill>
          <a:ln w="12700">
            <a:solidFill>
              <a:srgbClr val="2E1B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E1B19"/>
          </a:solidFill>
          <a:ln w="12700">
            <a:solidFill>
              <a:srgbClr val="2E1B1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C08552"/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7315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Learning Outcomes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C++ solution to a real-world retail problem — building an automated billing system with input, loops, arithmetic, and formatted output.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4206240" cy="126187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37360"/>
            <a:ext cx="4206240" cy="384048"/>
          </a:xfrm>
          <a:prstGeom prst="rect">
            <a:avLst/>
          </a:prstGeom>
          <a:solidFill>
            <a:srgbClr val="8C5A3C">
              <a:alpha val="80000"/>
            </a:srgbClr>
          </a:solidFill>
          <a:ln w="12700">
            <a:solidFill>
              <a:srgbClr val="8C5A3C">
                <a:alpha val="80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19656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17922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22128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variables, cin/cout, loops, and iomanip in a real-world mini-project.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800600" y="1737360"/>
            <a:ext cx="4206240" cy="126187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00600" y="1737360"/>
            <a:ext cx="4206240" cy="384048"/>
          </a:xfrm>
          <a:prstGeom prst="rect">
            <a:avLst/>
          </a:prstGeom>
          <a:solidFill>
            <a:srgbClr val="8C5A3C">
              <a:alpha val="80000"/>
            </a:srgbClr>
          </a:solidFill>
          <a:ln w="12700">
            <a:solidFill>
              <a:srgbClr val="8C5A3C">
                <a:alpha val="80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19656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0" y="17922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Logic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983480" y="22128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subtotal × qty, running total, and 18% GST computation accurately.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65760" y="3127248"/>
            <a:ext cx="4206240" cy="126187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" y="3127248"/>
            <a:ext cx="4206240" cy="384048"/>
          </a:xfrm>
          <a:prstGeom prst="rect">
            <a:avLst/>
          </a:prstGeom>
          <a:solidFill>
            <a:srgbClr val="8C5A3C">
              <a:alpha val="80000"/>
            </a:srgbClr>
          </a:solidFill>
          <a:ln w="12700">
            <a:solidFill>
              <a:srgbClr val="8C5A3C">
                <a:alpha val="8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0954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8680" y="3182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Output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48640" y="360273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setw() and left-alignment for professional, readable console invoices.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800600" y="3127248"/>
            <a:ext cx="4206240" cy="126187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00600" y="3127248"/>
            <a:ext cx="4206240" cy="384048"/>
          </a:xfrm>
          <a:prstGeom prst="rect">
            <a:avLst/>
          </a:prstGeom>
          <a:solidFill>
            <a:srgbClr val="8C5A3C">
              <a:alpha val="80000"/>
            </a:srgbClr>
          </a:solidFill>
          <a:ln w="12700">
            <a:solidFill>
              <a:srgbClr val="8C5A3C">
                <a:alpha val="80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209544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03520" y="3182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983480" y="360273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a real billing process into a structured, working C++ algorithm.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2011680" y="4617720"/>
            <a:ext cx="5120640" cy="329184"/>
          </a:xfrm>
          <a:prstGeom prst="rect">
            <a:avLst/>
          </a:prstGeom>
          <a:solidFill>
            <a:srgbClr val="C08552">
              <a:alpha val="85000"/>
            </a:srgbClr>
          </a:solidFill>
          <a:ln w="12700">
            <a:solidFill>
              <a:srgbClr val="C08552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011680" y="46177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Sarthak Mhatre  •  Roll: 150096725214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Shopping Cart Billing System</dc:title>
  <dc:subject>PptxGenJS Presentation</dc:subject>
  <dc:creator>PptxGenJS</dc:creator>
  <cp:lastModifiedBy>PptxGenJS</cp:lastModifiedBy>
  <cp:revision>1</cp:revision>
  <dcterms:created xsi:type="dcterms:W3CDTF">2026-03-11T22:42:28Z</dcterms:created>
  <dcterms:modified xsi:type="dcterms:W3CDTF">2026-03-11T22:42:28Z</dcterms:modified>
</cp:coreProperties>
</file>